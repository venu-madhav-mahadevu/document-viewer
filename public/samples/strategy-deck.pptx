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FY26 Strategy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- Preview test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digital adoption</a:t>
            </a:r>
          </a:p>
          <a:p>
            <a:pPr lvl="1"/>
            <a:r>
              <a:t>Reduce onboarding time by 30%</a:t>
            </a:r>
          </a:p>
          <a:p>
            <a:pPr lvl="1"/>
            <a:r>
              <a:t>Modernize document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Shapes, image and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200400" cy="1371600"/>
          </a:xfrm>
          <a:prstGeom prst="roundRect">
            <a:avLst/>
          </a:prstGeom>
          <a:solidFill>
            <a:srgbClr val="1880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Green rounded box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3840480"/>
            <a:ext cx="1828800" cy="1828800"/>
          </a:xfrm>
          <a:prstGeom prst="ellipse">
            <a:avLst/>
          </a:prstGeom>
          <a:solidFill>
            <a:srgbClr val="E37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3657600" cy="23774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03920" y="1828800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89120" y="51206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Free text box, 24pt bold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